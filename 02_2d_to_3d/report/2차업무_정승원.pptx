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0.019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32.8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69개입니다.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91.6 퍼센트입니다.</a:t>
            </a:r>
          </a:p>
          <a:p>
            <a:r>
              <a:t>예시 코드는 5.1 센티미터, 49.5 퍼센트입니다.</a:t>
            </a:r>
          </a:p>
          <a:p/>
          <a:p>
            <a:r>
              <a:t>채점 화소를 맞춘 점을 짚어 두겠습니다. 스테레오는 정합에 실패한 화소를 버리므로,</a:t>
            </a:r>
          </a:p>
          <a:p>
            <a:r>
              <a:t>대조군을 실루엣 전체에서 채점하면 두 방법이 서로 다른 화소에서 채점됩니다. 그래서</a:t>
            </a:r>
          </a:p>
          <a:p>
            <a:r>
              <a:t>스테레오가 값을 낸 60 퍼센트 화소에서 대조군도 다시 채점했고, 표의 숫자가</a:t>
            </a:r>
          </a:p>
          <a:p>
            <a:r>
              <a:t>그것입니다. 실루엣 전체 기준 수치는 metrics.json 의 full 항목에 함께 남겨 두었습니다.</a:t>
            </a:r>
          </a:p>
          <a:p/>
          <a:p>
            <a:r>
              <a:t>이 깊이 맵을 역투영하면 오른쪽 아래 포인트 클라우드가 나옵니다. 5,711점이고</a:t>
            </a:r>
          </a:p>
          <a:p>
            <a:r>
              <a:t>정답 메시 대비 Chamfer 는 pred→GT 0.0128,</a:t>
            </a:r>
          </a:p>
          <a:p>
            <a:r>
              <a:t>GT→pred 0.0293 입니다. 양방향을 함께 보는 이유는 한쪽만으로는</a:t>
            </a:r>
          </a:p>
          <a:p>
            <a:r>
              <a:t>무엇이 틀렸는지 구분되지 않기 때문입니다. pred→GT 가 작다는 것은 복원한 점이 전부 표면</a:t>
            </a:r>
          </a:p>
          <a:p>
            <a:r>
              <a:t>근처에 있다는 뜻이고, GT→pred 가 그 3.7배라는 것은 정답 표면의 상당 부분이 복원되지</a:t>
            </a:r>
          </a:p>
          <a:p>
            <a:r>
              <a:t>않았다는 뜻입니다. 단일 시점이라 뒷면이 비어 있는 것이 숫자로 드러난 것입니다.</a:t>
            </a:r>
          </a:p>
          <a:p/>
          <a:p>
            <a:r>
              <a:t>한 가지 더 말씀드리면, 세로 스테레오 경로에 버그가 있었습니다. 베이스라인이 세로면 영상을</a:t>
            </a:r>
          </a:p>
          <a:p>
            <a:r>
              <a:t>90도 돌려 매칭하는데 되돌리지 않고 반환하고 있었습니다. 후보 20쌍 중 10쌍이 세로라 절반을</a:t>
            </a:r>
          </a:p>
          <a:p>
            <a:r>
              <a:t>못 쓰고 있었습니다. 영상이 정사각이라 크기가 같아 예외도 나지 않았고, 그 경로를 검증하는</a:t>
            </a:r>
          </a:p>
          <a:p>
            <a:r>
              <a:t>테스트도 없었습니다. 고친 뒤 쓸 만한 쌍이 4개가 됐고 되살아난 쌍의 유효화소 77퍼센트가</a:t>
            </a:r>
          </a:p>
          <a:p>
            <a:r>
              <a:t>전체에서 가장 높습니다. 회귀 테스트를 붙이고, 수정을 되돌려 실제로 실패하는지까지</a:t>
            </a:r>
          </a:p>
          <a:p>
            <a:r>
              <a:t>확인했습니다.</a:t>
            </a:r>
          </a:p>
          <a:p/>
          <a:p>
            <a:r>
              <a:t>한계도 말씀드리겠습니다. 조건을 만족하는 쌍이 후보 20개 중 5개뿐이고,</a:t>
            </a:r>
          </a:p>
          <a:p>
            <a:r>
              <a:t>유효 화소는 60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5" y="1764792"/>
            <a:ext cx="8616461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46" y="1764792"/>
            <a:ext cx="10081260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스테레오가 값을 낸 97% 화소에서 둘 다 채점했습니다.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212080"/>
            <a:ext cx="14173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5212080"/>
            <a:ext cx="11430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깊이 폭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0.898 m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0.915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0.019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5212080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1.0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7.2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5212080"/>
            <a:ext cx="9601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96.1%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32.8%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69개로 수식을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 · 스테레오가 값을 낸 60% 화소에서 둘 다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326" y="1764792"/>
            <a:ext cx="9258300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617720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0.0650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0.0886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5.1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4617720"/>
            <a:ext cx="10515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91.6%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349240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5,711점 · 메시 대비 Chamfer 0.0128  →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세로 쌍 unrotate 누락 버그를 찾아 고쳐 쓸 만한 쌍이 3 → 5개 (후보 20쌍 중 10쌍이 세로였습니다)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유효화소 60%, 단일 시점이라 뒷면은 복원 불가(Chamfer GT→pred 0.029),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 자세를 그대로 사용, 깊이 분해능 하한 6.8 cm/px (dZ = Z²/fB)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
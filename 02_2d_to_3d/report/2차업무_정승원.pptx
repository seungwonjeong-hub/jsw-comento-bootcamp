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 한 장으로는 깊이를 알 수 없습니다. 한 시선 위의 점이 전부 같은 화소에 맺히기</a:t>
            </a:r>
          </a:p>
          <a:p>
            <a:r>
              <a:t>때문입니다. 그래서 시점이 두 개 필요합니다.</a:t>
            </a:r>
          </a:p>
          <a:p/>
          <a:p>
            <a:r>
              <a:t>그런데 이 데이터셋은 카메라가 제자리에 고정돼 있습니다. 포즈 라벨 1,000개를 재보니</a:t>
            </a:r>
          </a:p>
          <a:p>
            <a:r>
              <a:t>병진이 항상 0, 0, Z 입니다. 옆으로 1밀리미터도 움직이지 않습니다. 교과서대로면</a:t>
            </a:r>
          </a:p>
          <a:p>
            <a:r>
              <a:t>여기서 삼각측량은 불가능합니다.</a:t>
            </a:r>
          </a:p>
          <a:p/>
          <a:p>
            <a:r>
              <a:t>삼각측량에 필요한 것은 카메라의 절대 운동이 아니라 카메라와 타겟 사이의 상대</a:t>
            </a:r>
          </a:p>
          <a:p>
            <a:r>
              <a:t>운동입니다. 이 데이터셋은 타겟이 매 프레임 무작위로 회전하므로, 타겟을 고정으로 놓고</a:t>
            </a:r>
          </a:p>
          <a:p>
            <a:r>
              <a:t>보면 카메라가 궤도를 돈 것과 같습니다. 두 뷰의 상대 자세를 계산하면 베이스라인이</a:t>
            </a:r>
          </a:p>
          <a:p>
            <a:r>
              <a:t>드러납니다. 회전 4.50도, 거리 5.64미터인 쌍에서 유효 베이스라인</a:t>
            </a:r>
          </a:p>
          <a:p>
            <a:r>
              <a:t>0.366미터를 얻었습니다.</a:t>
            </a:r>
          </a:p>
          <a:p/>
          <a:p>
            <a:r>
              <a:t>이것을 cv2.stereoRectify 에 넣으면 평행 정렬된 쌍이 되어 표준 SGBM 을 그대로 쓸 수</a:t>
            </a:r>
          </a:p>
          <a:p>
            <a:r>
              <a:t>있습니다. 시차 1픽셀이 깊이 6.8센티미터에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예시의 테스트는 출력 크기와 자료형만 확인합니다. 그것만으로는 수식이 틀려도</a:t>
            </a:r>
          </a:p>
          <a:p>
            <a:r>
              <a:t>통과합니다. 그래서 손으로 풀 수 있는 조건을 만들어 수치까지 대조했습니다.</a:t>
            </a:r>
          </a:p>
          <a:p/>
          <a:p>
            <a:r>
              <a:t>구와 직육면체로 위성을 세우면 광선과 도형의 교차를 해석적으로 풀 수 있습니다.</a:t>
            </a:r>
          </a:p>
          <a:p>
            <a:r>
              <a:t>정답 깊이에 렌더링 오차가 전혀 없으니, 남는 오차는 전부 정합 알고리즘에서 온</a:t>
            </a:r>
          </a:p>
          <a:p>
            <a:r>
              <a:t>것입니다.</a:t>
            </a:r>
          </a:p>
          <a:p/>
          <a:p>
            <a:r>
              <a:t>그림 세 장을 같은 색 범위로 놓았습니다. 왼쪽이 정답 깊이인데 태양전지판 양 끝이</a:t>
            </a:r>
          </a:p>
          <a:p>
            <a:r>
              <a:t>0.90미터 차이 납니다. 가운데 스테레오가 그 차이를 0.92미터로 되살립니다.</a:t>
            </a:r>
          </a:p>
          <a:p>
            <a:r>
              <a:t>오른쪽 과제 예시 코드는 0.019미터, 사실상 평면 하나입니다.</a:t>
            </a:r>
          </a:p>
          <a:p/>
          <a:p>
            <a:r>
              <a:t>테스트는 네 갈래로 시작했습니다. 해석해 대조, 불변식, 실패 특성화, 경계 조건입니다.</a:t>
            </a:r>
          </a:p>
          <a:p>
            <a:r>
              <a:t>여기에 회귀 갈래를 하나 더 붙였습니다. 파이프라인을 검토하면서 실제로 버그를 여러 건</a:t>
            </a:r>
          </a:p>
          <a:p>
            <a:r>
              <a:t>찾았고 전부 테스트가 없던 영역에서 나왔기 때문입니다. 고친 뒤에는 수정을 일부러</a:t>
            </a:r>
          </a:p>
          <a:p>
            <a:r>
              <a:t>되돌려 해당 테스트가 실제로 실패하는지까지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과제가 요구한 마지막 단계, 2D 에서 3D 로의 변환 결과입니다.</a:t>
            </a:r>
          </a:p>
          <a:p/>
          <a:p>
            <a:r>
              <a:t>깊이 맵의 각 화소를 카메라 광선을 따라 Z 만큼 밀어내면 3D 점이 됩니다. X 는 u 빼기</a:t>
            </a:r>
          </a:p>
          <a:p>
            <a:r>
              <a:t>cx 곱하기 Z 나누기 f 이고 Y 도 같은 식입니다. 세 축이 전부 미터입니다. 과제 예시</a:t>
            </a:r>
          </a:p>
          <a:p>
            <a:r>
              <a:t>코드는 X, Y 가 픽셀 인덱스이고 Z 가 0에서 255 밝기값이라 세 축의 단위가 서로 다릅니다.</a:t>
            </a:r>
          </a:p>
          <a:p>
            <a:r>
              <a:t>맨 오른쪽이 그것이고 납작한 판으로 나옵니다.</a:t>
            </a:r>
          </a:p>
          <a:p/>
          <a:p>
            <a:r>
              <a:t>왼쪽이 정답 메시, 가운데가 스테레오 복원 5,711점입니다.</a:t>
            </a:r>
          </a:p>
          <a:p/>
          <a:p>
            <a:r>
              <a:t>수치는 오차 중앙값 0.9센티미터, 5센티미터 이내가 91.6퍼센트입니다.</a:t>
            </a:r>
          </a:p>
          <a:p>
            <a:r>
              <a:t>예시 코드는 5.1센티미터, 49.5퍼센트입니다. 격차가 5.7배입니다.</a:t>
            </a:r>
          </a:p>
          <a:p/>
          <a:p>
            <a:r>
              <a:t>채점 화소를 맞춘 점을 짚어 두겠습니다. 스테레오는 정합에 실패한 화소를 버리므로,</a:t>
            </a:r>
          </a:p>
          <a:p>
            <a:r>
              <a:t>대조군을 실루엣 전체에서 채점하면 두 방법이 서로 다른 화소에서 채점됩니다. 그래서</a:t>
            </a:r>
          </a:p>
          <a:p>
            <a:r>
              <a:t>스테레오가 값을 낸 60퍼센트 화소에서 대조군도 다시 채점했고, 표의 숫자가</a:t>
            </a:r>
          </a:p>
          <a:p>
            <a:r>
              <a:t>그것입니다.</a:t>
            </a:r>
          </a:p>
          <a:p/>
          <a:p>
            <a:r>
              <a:t>Chamfer 는 양방향으로 봐 주십시오. pred 에서 GT 가 0.0128로 작다는 것은 복원한</a:t>
            </a:r>
          </a:p>
          <a:p>
            <a:r>
              <a:t>점이 전부 표면 근처에 있다는 뜻이고, GT 에서 pred 가 그 2.3배라는 것은 정답 표면의</a:t>
            </a:r>
          </a:p>
          <a:p>
            <a:r>
              <a:t>상당 부분이 복원되지 않았다는 뜻입니다. 단일 시점이라 뒷면이 비어 있는 것이 숫자로</a:t>
            </a:r>
          </a:p>
          <a:p>
            <a:r>
              <a:t>드러난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개선점입니다. 재 본 것만 적었습니다.</a:t>
            </a:r>
          </a:p>
          <a:p/>
          <a:p>
            <a:r>
              <a:t>가장 큰 약점은 유효화소 60퍼센트입니다. 나머지는 답을 내지 못한 것이지</a:t>
            </a:r>
          </a:p>
          <a:p>
            <a:r>
              <a:t>맞힌 것이 아닙니다. 앞 장의 정확도 수치는 전부 이 안에서 잰 값입니다.</a:t>
            </a:r>
          </a:p>
          <a:p/>
          <a:p>
            <a:r>
              <a:t>첫 번째 후보는 시차 탐색 범위입니다. 타겟의 경계 반지름을 알면 깊이가 어느 구간에</a:t>
            </a:r>
          </a:p>
          <a:p>
            <a:r>
              <a:t>있는지 알고, 따라서 시차도 그렇습니다. 최적 쌍에서 물리적으로 가능한 폭은 24픽셀인데</a:t>
            </a:r>
          </a:p>
          <a:p>
            <a:r>
              <a:t>지금은 144픽셀을 훑고 있습니다. 좁혀 보니 유효화소가 60에서 81퍼센트로</a:t>
            </a:r>
          </a:p>
          <a:p>
            <a:r>
              <a:t>올랐습니다.</a:t>
            </a:r>
          </a:p>
          <a:p/>
          <a:p>
            <a:r>
              <a:t>그런데 공짜가 아닙니다. 다른 쌍에서는 커버리지만 오르고 정확도가 떨어집니다. 탐색</a:t>
            </a:r>
          </a:p>
          <a:p>
            <a:r>
              <a:t>후보가 줄면 uniquenessRatio 검사를 통과하기 쉬워져서, 원래는 기각됐을 애매한 대응이</a:t>
            </a:r>
          </a:p>
          <a:p>
            <a:r>
              <a:t>살아남기 때문입니다. 트레이드오프라 기본값으로 채택하지 않고 측정값만 남겼습니다.</a:t>
            </a:r>
          </a:p>
          <a:p/>
          <a:p>
            <a:r>
              <a:t>두 번째는 다중 뷰 융합입니다. 지금은 한 쌍만 씁니다. 쓸 만한 쌍이 5개 있으니</a:t>
            </a:r>
          </a:p>
          <a:p>
            <a:r>
              <a:t>여러 쌍의 깊이를 합치면 한 쌍에서 비는 부분을 다른 쌍이 채웁니다. 지금 구조에서 가장</a:t>
            </a:r>
          </a:p>
          <a:p>
            <a:r>
              <a:t>싸게 얻을 수 있는 개선이라고 봅니다. 이건 아직 재 보지 않았습니다.</a:t>
            </a:r>
          </a:p>
          <a:p/>
          <a:p>
            <a:r>
              <a:t>위 그림은 쌍별 결과입니다. 베이스라인이 크다고 정확한 것이 아니고, 커버리지와</a:t>
            </a:r>
          </a:p>
          <a:p>
            <a:r>
              <a:t>정확도가 함께 가지도 않는다는 것이 보입니다.</a:t>
            </a:r>
          </a:p>
          <a:p/>
          <a:p>
            <a:r>
              <a:t>한계도 함께 말씀드리면, 자세는 데이터셋이 준 정답을 그대로 썼고, 위성은 한 종만</a:t>
            </a:r>
          </a:p>
          <a:p>
            <a:r>
              <a:t>실험했으며, 깊이 분해능 하한이 6.8 센티미터 퍼 픽셀입니다.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5" y="1691639"/>
            <a:ext cx="10058400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출력 크기와 자료형만 보면 수식이 틀려도 통과합니다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pytest 72개 · 손으로 풀 수 있는 조건을 만들어 수치까지 대조 · 실행 결과는 outputs/pytest_report.txt 에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58" y="1691639"/>
            <a:ext cx="9356435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깊이에 오차가 없는 조건을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세우면 광선과 도형의 교차를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있습니다. 정답에 렌더링 오차가 0 이므로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남는 오차는 전부 정합 알고리즘에서 온 것입니다.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정답 깊이 폭 0.898 m → 스테레오 0.915 m / 과제 예시 0.019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72개를 다섯 갈래로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회귀 — 실제로 찾은 버그를 다시 나지 않게 고정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2D → 3D 변환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실제 위성 영상에서 깊이 오차 중앙값 0.9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깊이 맵을 역투영해 5,711점의 포인트 클라우드로 · 대조군에는 정답에 맞춘 최적 정렬을 적용하고 같은 5,711개 화소에서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pointclou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323" y="1691639"/>
            <a:ext cx="7766304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깊이 정확도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32588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1991" y="5038344"/>
            <a:ext cx="11887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RMSE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0.0650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0.0886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5038344"/>
            <a:ext cx="11887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5.1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5038344"/>
            <a:ext cx="9601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91.6%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49.5%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세 축이 전부 미터입니다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 코드는 X, Y 가 픽셀 인덱스이고 Z 가 밝기라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단위가 서로 다릅니다. 맨 오른쪽이 그것입니다.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Chamfer  pred→GT 0.0128  ·  GT→pred 0.0293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뒤쪽이 큰 것이 단일 시점이라 뒷면이 빈다는 한계의 크기입니다.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04 /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유효화소 60% — 나머지는 답을 내지 못한 것입니다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재 본 것만 적습니다 · 수치는 outputs/metrics.json 에 그대로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04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pair_surv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691639"/>
            <a:ext cx="9153144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시차 탐색 범위를 좁히면 (최적 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유효화소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5cm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현재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60.2%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좁힘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81.3%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92.6%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다만 공짜가 아닙니다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다른 쌍에서는 커버리지만 오르고 정확도가 떨어집니다.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탐색 후보가 줄면 uniquenessRatio 검사를 통과하기 쉬워져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원래는 기각됐을 애매한 대응이 살아남기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트레이드오프라 채택하지 않고 측정값만 남겼습니다.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
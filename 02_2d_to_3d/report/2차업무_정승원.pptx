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에서 3D 로의 변환 결과입니다. 네 장을 왼쪽부터 봐 주십시오.</a:t>
            </a:r>
          </a:p>
          <a:p/>
          <a:p>
            <a:r>
              <a:t>첫 번째가 정답 메시입니다. 두 번째가 경로 A, 영상 두 장으로 만든 스테레오 복원</a:t>
            </a:r>
          </a:p>
          <a:p>
            <a:r>
              <a:t>5,711점입니다. 정확합니다 — 깊이 오차 중앙값이 0.9센티미터입니다. 그런데</a:t>
            </a:r>
          </a:p>
          <a:p>
            <a:r>
              <a:t>정답과 비교해 보시면 한쪽 면만 있습니다. 표면의 28퍼센트입니다.</a:t>
            </a:r>
          </a:p>
          <a:p/>
          <a:p>
            <a:r>
              <a:t>단일 시점이 뒷면을 못 보는 것은 알고리즘 문제가 아니라 원리 문제입니다. 그래서 시점을</a:t>
            </a:r>
          </a:p>
          <a:p>
            <a:r>
              <a:t>늘려 봤습니다. 쌍 선별 조건을 풀어 후보를 121쌍까지 늘리고 전부 융합해도</a:t>
            </a:r>
          </a:p>
          <a:p>
            <a:r>
              <a:t>47퍼센트에서 멈춥니다. 121쌍 중 12쌍만 복원되기 때문입니다. 원인은 쌍 개수가</a:t>
            </a:r>
          </a:p>
          <a:p>
            <a:r>
              <a:t>아니라 무늬 부족이었습니다. 앞 장에서 조명을 뒤집었을 때와 같은 결론입니다.</a:t>
            </a:r>
          </a:p>
          <a:p/>
          <a:p>
            <a:r>
              <a:t>그래서 세 번째, 경로 B 를 함께 만들었습니다. 실루엣과 자세만으로 복셀을 깎는</a:t>
            </a:r>
          </a:p>
          <a:p>
            <a:r>
              <a:t>visual hull 입니다. 무늬가 필요 없으니 스테레오에 최악인 조건이 오히려 유리합니다.</a:t>
            </a:r>
          </a:p>
          <a:p>
            <a:r>
              <a:t>20뷰로 표면의 97퍼센트를 덮습니다.</a:t>
            </a:r>
          </a:p>
          <a:p/>
          <a:p>
            <a:r>
              <a:t>두 경로의 약점이 상보적입니다. A 는 정확하지만 보이는 면만, B 는 전방위지만 실루엣의</a:t>
            </a:r>
          </a:p>
          <a:p>
            <a:r>
              <a:t>교집합이라 오목한 곳을 못 만듭니다. 합치면 98퍼센트입니다.</a:t>
            </a:r>
          </a:p>
          <a:p/>
          <a:p>
            <a:r>
              <a:t>전제가 다르다는 점은 짚어 두겠습니다. B 는 정답 마스크와 정답 자세를 둘 다 씁니다.</a:t>
            </a:r>
          </a:p>
          <a:p>
            <a:r>
              <a:t>A 는 마스크 없이도 동작합니다. 그래서 이 표는 어느 쪽이 낫다는 뜻이 아니라, 덮는</a:t>
            </a:r>
          </a:p>
          <a:p>
            <a:r>
              <a:t>범위와 필요한 입력이 다른 두 경로라는 뜻입니다.</a:t>
            </a:r>
          </a:p>
          <a:p/>
          <a:p>
            <a:r>
              <a:t>맨 오른쪽은 과제 예시 코드입니다. X, Y 가 픽셀 인덱스이고 Z 가 0에서 255 밝기값이라</a:t>
            </a:r>
          </a:p>
          <a:p>
            <a:r>
              <a:t>세 축의 단위가 서로 다릅니다. 납작한 판으로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번째는 다중 뷰 융합입니다. 지금은 한 쌍만 씁니다. 쓸 만한 쌍이 5개 있으니</a:t>
            </a:r>
          </a:p>
          <a:p>
            <a:r>
              <a:t>여러 쌍의 깊이를 합치면 한 쌍에서 비는 부분을 다른 쌍이 채웁니다. 지금 구조에서 가장</a:t>
            </a:r>
          </a:p>
          <a:p>
            <a:r>
              <a:t>싸게 얻을 수 있는 개선이라고 봅니다. 이건 아직 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72개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58" y="1691639"/>
            <a:ext cx="9356435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72개를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타겟 표면의 98% 를 복원했습니다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두 경로를 같은 지표로 비교 · 정답 메시 표면 40만 점 중 복원점이 2 cm 안에 있는 비율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91639"/>
            <a:ext cx="9985248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표면 커버리지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92024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스테레오 (2장)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실루엣 카빙 (20뷰)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5038344"/>
            <a:ext cx="105156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점 수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5,711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9,762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15,473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5038344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표면 덮음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27.6%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96.6%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97.7%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약점이 상보적입니다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는 정확합니다 — 깊이 오차 중앙값 0.9 cm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대신 단일 시점이라 뒷면을 원리적으로 못 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B 는 전방위입니다 — 무늬가 없어도 됩니다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대신 실루엣의 교집합이라 오목한 곳을 못 만듭니다.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스테레오를 전방위로 밀어봤지만 47% 에서 멈춥니다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쌍을 늘려도 벽이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후보를 121쌍으로 늘려도 12쌍만 복원됩니다.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일관성 필터를 걸면 정밀도는 오르지만 커버리지가 무너집니다.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원인은 쌍 개수가 아니라 무늬 부족입니다.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그래서 전방위는 실루엣 기반으로 갔습니다 (앞 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
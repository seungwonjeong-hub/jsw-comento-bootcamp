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번째로 아직 안 해 본 것은 스테레오와 카빙을 화소 단위로 합치는 것입니다. 지금은</a:t>
            </a:r>
          </a:p>
          <a:p>
            <a:r>
              <a:t>두 점구름을 그냥 겹쳐 98퍼센트를 얻는데, 정밀도가 93에서</a:t>
            </a:r>
          </a:p>
          <a:p>
            <a:r>
              <a:t>84퍼센트로 떨어집니다. 카빙이 만든 껍질 안쪽으로 스테레오 깊이를 밀어 넣어</a:t>
            </a:r>
          </a:p>
          <a:p>
            <a:r>
              <a:t>오목한 부분만 파는 방식이 표준인데, 그러면 둘의 장점만 취할 수 있습니다. 이건</a:t>
            </a:r>
          </a:p>
          <a:p>
            <a:r>
              <a:t>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80개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32" y="1691639"/>
            <a:ext cx="10161287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80개를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실루엣 카빙으로 타겟 표면의 97%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참고자료가 가리키는 스테레오부터 했지만 표면의 28% 에서 멈춰 갈아탔습니다 · 정답 메시 40만 점 중 복원점이 2 cm 안에 있는 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78308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1" y="5038344"/>
            <a:ext cx="109728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5038344"/>
            <a:ext cx="86868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정밀도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69.9%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92.9%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84.4%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5038344"/>
            <a:ext cx="6858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F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40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95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합치지 않은 이유 — 겹침을 쟀습니다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가 덮는 것의 96% 는 B 도 덮습니다. 고유 기여는 1.1%p.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합치면 커버리지가 1.1%p 오르는 대신 정밀도가 8.5%p 깎입니다.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가 남는 이유는 성능이 아니라 입력입니다.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는 실루엣 마스크가 없으면 아예 동작하지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
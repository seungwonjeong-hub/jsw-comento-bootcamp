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0.019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32.7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65개입니다.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90.3 퍼센트입니다.</a:t>
            </a:r>
          </a:p>
          <a:p>
            <a:r>
              <a:t>예시 코드는 5.6 센티미터, 46.0 퍼센트입니다.</a:t>
            </a:r>
          </a:p>
          <a:p/>
          <a:p>
            <a:r>
              <a:t>채점 화소를 맞춘 점을 짚어 두겠습니다. 스테레오는 정합에 실패한 화소를 버리므로,</a:t>
            </a:r>
          </a:p>
          <a:p>
            <a:r>
              <a:t>대조군을 실루엣 전체에서 채점하면 두 방법이 서로 다른 화소에서 채점됩니다. 그래서</a:t>
            </a:r>
          </a:p>
          <a:p>
            <a:r>
              <a:t>스테레오가 값을 낸 59 퍼센트 화소에서 대조군도 다시 채점했고, 표의 숫자가</a:t>
            </a:r>
          </a:p>
          <a:p>
            <a:r>
              <a:t>그것입니다. 실루엣 전체 기준 수치는 metrics.json 의 full 항목에 함께 남겨 두었습니다.</a:t>
            </a:r>
          </a:p>
          <a:p/>
          <a:p>
            <a:r>
              <a:t>이 깊이 맵을 역투영하면 오른쪽 아래 포인트 클라우드가 나옵니다. 4,998점이고</a:t>
            </a:r>
          </a:p>
          <a:p>
            <a:r>
              <a:t>정답 메시 대비 Chamfer 거리는 0.0120 입니다.</a:t>
            </a:r>
          </a:p>
          <a:p/>
          <a:p>
            <a:r>
              <a:t>한계도 말씀드리겠습니다. 조건을 만족하는 쌍이 후보 20개 중 3개뿐이고,</a:t>
            </a:r>
          </a:p>
          <a:p>
            <a:r>
              <a:t>유효 화소는 59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245" y="1764792"/>
            <a:ext cx="8616461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46" y="1764792"/>
            <a:ext cx="10081260" cy="22402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370832"/>
            <a:ext cx="5358384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6"/>
            <a:ext cx="4882896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스테레오가 값을 낸 97% 화소에서 둘 다 채점했습니다.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212080"/>
            <a:ext cx="14173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3432" y="5212080"/>
            <a:ext cx="11430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깊이 폭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0.898 m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0.915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0.019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5212080"/>
            <a:ext cx="11887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1.0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7.2 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5212080"/>
            <a:ext cx="96012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—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96.1%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32.7%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4370832"/>
            <a:ext cx="5166360" cy="1892807"/>
          </a:xfrm>
          <a:prstGeom prst="roundRect">
            <a:avLst>
              <a:gd name="adj" fmla="val 603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544568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65개로 수식을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4791456"/>
            <a:ext cx="4690872" cy="12893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 · 스테레오가 값을 낸 59% 화소에서 둘 다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326" y="1764792"/>
            <a:ext cx="9258300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617720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스테레오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RMSE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0.0677 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0.0920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617720"/>
            <a:ext cx="12801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오차 중앙값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0.9 cm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5.6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4617720"/>
            <a:ext cx="105156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5cm 이내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90.3%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46.0%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5349240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4,998점 · 메시 대비 Chamfer 0.0120  →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쓸 만한 쌍이 후보 20개 중 3개, 유효화소 59%, 단일 시점이라 뒷면은 복원 불가,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정답 자세를 그대로 사용, 깊이 분해능 하한 6.8 cm/px (dZ = Z²/fB)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
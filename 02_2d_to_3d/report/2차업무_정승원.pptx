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과제는 위성 근접 영상에서 깊이 맵을 만들고 3D 포인트 클라우드로 바꾸는 것입니다.</a:t>
            </a:r>
          </a:p>
          <a:p/>
          <a:p>
            <a:r>
              <a:t>영상 한 장으로는 깊이를 알 수 없습니다. 한 시선 위에 있는 점들이 전부 같은 화소에</a:t>
            </a:r>
          </a:p>
          <a:p>
            <a:r>
              <a:t>맺히기 때문입니다. 그래서 시점이 두 개 필요합니다.</a:t>
            </a:r>
          </a:p>
          <a:p/>
          <a:p>
            <a:r>
              <a:t>그런데 쓴 데이터셋은 카메라가 제자리에 고정돼 있습니다. 왼쪽 그림처럼 병진이 항상</a:t>
            </a:r>
          </a:p>
          <a:p>
            <a:r>
              <a:t>(0, 0, Z)라서, 카메라 좌표계만 보면 베이스라인이 없습니다.</a:t>
            </a:r>
          </a:p>
          <a:p/>
          <a:p>
            <a:r>
              <a:t>대신 타겟이 매 프레임 무작위로 회전합니다. 가운데 그림처럼 타겟을 기준으로 보면</a:t>
            </a:r>
          </a:p>
          <a:p>
            <a:r>
              <a:t>카메라가 궤도를 돈 것과 같습니다. 두 뷰의 상대 자세를 계산하면 회전 4.50도짜리</a:t>
            </a:r>
          </a:p>
          <a:p>
            <a:r>
              <a:t>쌍에서 베이스라인 0.366 미터가 나옵니다.</a:t>
            </a:r>
          </a:p>
          <a:p/>
          <a:p>
            <a:r>
              <a:t>이걸 평행 정렬하면 오른쪽처럼 표준 삼각측량 공식 Z = f 곱하기 B 나누기 d 를</a:t>
            </a:r>
          </a:p>
          <a:p>
            <a:r>
              <a:t>그대로 쓸 수 있습니다. 시차 1픽셀이 깊이 6.8 센티미터에 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데이터에 적용하기 전에, 정답을 아는 조건에서 파이프라인이 맞는지 먼저 확인했습니다.</a:t>
            </a:r>
          </a:p>
          <a:p/>
          <a:p>
            <a:r>
              <a:t>구와 직육면체로 위성을 세우면 광선과 도형의 교차를 손으로 풀 수 있습니다. 그래서</a:t>
            </a:r>
          </a:p>
          <a:p>
            <a:r>
              <a:t>정답 깊이에 렌더링 오차가 전혀 없고, 남는 오차는 전부 정합 알고리즘에서 온 것입니다.</a:t>
            </a:r>
          </a:p>
          <a:p/>
          <a:p>
            <a:r>
              <a:t>오른쪽 세 장을 비교해 주십시오. 네 번째가 정답 깊이인데, 태양전지판 왼쪽 끝과</a:t>
            </a:r>
          </a:p>
          <a:p>
            <a:r>
              <a:t>오른쪽 끝이 0.90 미터 차이 납니다. 다섯 번째 스테레오 복원이 그 차이를</a:t>
            </a:r>
          </a:p>
          <a:p>
            <a:r>
              <a:t>0.92 미터로 되살립니다. 마지막 과제 예시 코드는 0.019 미터,</a:t>
            </a:r>
          </a:p>
          <a:p>
            <a:r>
              <a:t>사실상 평면 하나입니다.</a:t>
            </a:r>
          </a:p>
          <a:p/>
          <a:p>
            <a:r>
              <a:t>오차 중앙값은 1.0 센티미터 대 7.2 센티미터,</a:t>
            </a:r>
          </a:p>
          <a:p>
            <a:r>
              <a:t>5센티미터 안에 든 화소는 96.1 퍼센트 대 32.8 퍼센트입니다.</a:t>
            </a:r>
          </a:p>
          <a:p>
            <a:r>
              <a:t>예시 코드에는 정답에 맞춘 최적 정렬까지 해 준 결과입니다.</a:t>
            </a:r>
          </a:p>
          <a:p/>
          <a:p>
            <a:r>
              <a:t>Unit Test 는 68개입니다. 출력 크기와 자료형만 보면 수식이 틀려도 통과하기 때문에,</a:t>
            </a:r>
          </a:p>
          <a:p>
            <a:r>
              <a:t>손으로 풀 수 있는 조건을 만들어 수치까지 대조했습니다.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SPE3R 위성 영상 결과입니다.</a:t>
            </a:r>
          </a:p>
          <a:p/>
          <a:p>
            <a:r>
              <a:t>왼쪽 두 장이 정렬된 스테레오 쌍입니다. 배경에 지구가 보이고, 타겟이 4.50도</a:t>
            </a:r>
          </a:p>
          <a:p>
            <a:r>
              <a:t>돌아간 두 시점입니다. 세 번째가 찾아낸 시차이고, 네 번째가 동봉된 메시로 만든 기준 깊이입니다.</a:t>
            </a:r>
          </a:p>
          <a:p/>
          <a:p>
            <a:r>
              <a:t>네 번째와 다섯 번째를 비교해 주십시오. 기준 깊이는 위쪽 태양전지판이 노랗고 아래</a:t>
            </a:r>
          </a:p>
          <a:p>
            <a:r>
              <a:t>본체로 갈수록 파래지는 그라데이션인데, 스테레오 복원이 그 구조를 그대로 잡아냅니다.</a:t>
            </a:r>
          </a:p>
          <a:p>
            <a:r>
              <a:t>반면 맨 오른쪽 과제 예시 코드는 거의 균일한 초록입니다. 깊이 정보가 없다는 뜻입니다.</a:t>
            </a:r>
          </a:p>
          <a:p/>
          <a:p>
            <a:r>
              <a:t>수치로는 오차 중앙값 0.9 센티미터, 5센티미터 이내가 90.4 퍼센트입니다.</a:t>
            </a:r>
          </a:p>
          <a:p>
            <a:r>
              <a:t>예시 코드는 5.5 센티미터, 46.4 퍼센트입니다.</a:t>
            </a:r>
          </a:p>
          <a:p/>
          <a:p>
            <a:r>
              <a:t>채점 화소를 맞춘 점을 짚어 두겠습니다. 스테레오는 정합에 실패한 화소를 버리므로,</a:t>
            </a:r>
          </a:p>
          <a:p>
            <a:r>
              <a:t>대조군을 실루엣 전체에서 채점하면 두 방법이 서로 다른 화소에서 채점됩니다. 그래서</a:t>
            </a:r>
          </a:p>
          <a:p>
            <a:r>
              <a:t>스테레오가 값을 낸 60 퍼센트 화소에서 대조군도 다시 채점했고, 표의 숫자가</a:t>
            </a:r>
          </a:p>
          <a:p>
            <a:r>
              <a:t>그것입니다. 실루엣 전체 기준 수치는 metrics.json 의 full 항목에 함께 남겨 두었습니다.</a:t>
            </a:r>
          </a:p>
          <a:p/>
          <a:p>
            <a:r>
              <a:t>이 깊이 맵을 역투영하면 오른쪽 아래 포인트 클라우드가 나옵니다. 5,048점이고</a:t>
            </a:r>
          </a:p>
          <a:p>
            <a:r>
              <a:t>정답 메시 대비 Chamfer 는 pred→GT 0.0120,</a:t>
            </a:r>
          </a:p>
          <a:p>
            <a:r>
              <a:t>GT→pred 0.0441 입니다. 양방향을 함께 보는 이유는 한쪽만으로는</a:t>
            </a:r>
          </a:p>
          <a:p>
            <a:r>
              <a:t>무엇이 틀렸는지 구분되지 않기 때문입니다. pred→GT 가 작다는 것은 복원한 점이 전부 표면</a:t>
            </a:r>
          </a:p>
          <a:p>
            <a:r>
              <a:t>근처에 있다는 뜻이고, GT→pred 가 그 3.7배라는 것은 정답 표면의 상당 부분이 복원되지</a:t>
            </a:r>
          </a:p>
          <a:p>
            <a:r>
              <a:t>않았다는 뜻입니다. 단일 시점이라 뒷면이 비어 있는 것이 숫자로 드러난 것입니다.</a:t>
            </a:r>
          </a:p>
          <a:p/>
          <a:p>
            <a:r>
              <a:t>한 가지 더 말씀드리면, 세로 스테레오 경로에 버그가 있었습니다. 베이스라인이 세로면 영상을</a:t>
            </a:r>
          </a:p>
          <a:p>
            <a:r>
              <a:t>90도 돌려 매칭하는데 되돌리지 않고 반환하고 있었습니다. 후보 20쌍 중 10쌍이 세로라 절반을</a:t>
            </a:r>
          </a:p>
          <a:p>
            <a:r>
              <a:t>못 쓰고 있었습니다. 영상이 정사각이라 크기가 같아 예외도 나지 않았고, 그 경로를 검증하는</a:t>
            </a:r>
          </a:p>
          <a:p>
            <a:r>
              <a:t>테스트도 없었습니다. 고친 뒤 쓸 만한 쌍이 4개가 됐고 되살아난 쌍의 유효화소 77퍼센트가</a:t>
            </a:r>
          </a:p>
          <a:p>
            <a:r>
              <a:t>전체에서 가장 높습니다. 회귀 테스트를 붙이고, 수정을 되돌려 실제로 실패하는지까지</a:t>
            </a:r>
          </a:p>
          <a:p>
            <a:r>
              <a:t>확인했습니다.</a:t>
            </a:r>
          </a:p>
          <a:p/>
          <a:p>
            <a:r>
              <a:t>한계도 말씀드리겠습니다. 조건을 만족하는 쌍이 후보 20개 중 4개뿐이고,</a:t>
            </a:r>
          </a:p>
          <a:p>
            <a:r>
              <a:t>유효 화소는 60 퍼센트입니다. 단일 시점이라 타겟 뒷면은 원리적으로</a:t>
            </a:r>
          </a:p>
          <a:p>
            <a:r>
              <a:t>복원되지 않고, 자세는 데이터셋이 준 정답을 그대로 썼습니다. 실제 상대항법에서는</a:t>
            </a:r>
          </a:p>
          <a:p>
            <a:r>
              <a:t>자세도 추정해야 하고 그 오차가 삼각측량에 미치는 영향은 이번에 측정하지 않았습니다.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01 /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카메라가 고정이어도 타겟이 돌면 스테레오가 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SPE3R aqua · 위성 근접 영상 1,000장 · 256×256 · Stanford SLAB · CC BY-NC-SA 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01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10872216" cy="25146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0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245" y="1764792"/>
            <a:ext cx="8616461" cy="22402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370832"/>
            <a:ext cx="5358384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왜 시점이 두 개 필요한가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791456"/>
            <a:ext cx="4882896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영상 한 장은 깊이를 잃습니다. 한 시선 위의 모든 점이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같은 화소에 맺히기 때문입니다.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SPE3R은 카메라가 제자리에 고정돼 있습니다.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대신 타겟이 매 프레임 무작위로 회전합니다.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이 회전이 카메라를 궤도에 올린 것과 같은 효과를 냅니다.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370832"/>
            <a:ext cx="5166360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544568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파이프라인 5단계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4791456"/>
            <a:ext cx="4690872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① 쌍 선별 — 회전 8° 이내, 옆으로 움직인 쌍만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② 정렬 — cv2.stereoRectify 로 에피폴라선을 가로로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③ 시차 — cv2.StereoSGBM 으로 가로 이동량 d 탐색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④ 깊이 맵 — Z = f · B / d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⑤ 포인트 클라우드 — X = (u−cx)·Z/f,  Y = (v−cy)·Z/f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02 /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정답 깊이 폭 0.90 m 를 0.92 m 로 복원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구와 직육면체로 위성을 세우고 광선 교차를 해석적으로 풀면 정답 깊이에 오차가 없다 · 남는 오차는 전부 정합에서 온다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02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10872216" cy="25146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synthetic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846" y="1764792"/>
            <a:ext cx="10081260" cy="22402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370832"/>
            <a:ext cx="5358384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같은 영상, 두 가지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791456"/>
            <a:ext cx="4882896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왼쪽·오른쪽 영상을 만들고 두 방법으로 깊이를 구했습니다.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과제 예시 코드에는 정답에 맞춘 최적 정렬까지 해 줬습니다.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스테레오가 값을 낸 97% 화소에서 둘 다 채점했습니다.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5212080"/>
            <a:ext cx="14173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정답</a:t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스테레오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과제 예시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3432" y="5212080"/>
            <a:ext cx="114300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깊이 폭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0.898 m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0.915 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0.019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5212080"/>
            <a:ext cx="11887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오차 중앙값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—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1.0 cm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7.2 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5212080"/>
            <a:ext cx="9601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5cm 이내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—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96.1%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32.8%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4" y="4370832"/>
            <a:ext cx="5166360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544568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Unit Test 68개로 수식을 검증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4791456"/>
            <a:ext cx="4690872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출력 크기와 자료형만 보면 수식이 틀려도 통과합니다.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손으로 풀 수 있는 조건을 만들어 수치까지 확인했습니다.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해석해 — Z = f·B/d 를 1e-12 까지 대조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불변식 — B와 d를 함께 2배 하면 Z 는 그대로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실패 특성화 — 같은 거리라도 반사율이 다르면 4배 다른 깊이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경계 조건 — 시차 0(무한원점), None 입력, 크기 불일치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03 / 결과와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실제 위성 영상에서 깊이 오차 중앙값 0.9 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기준 깊이 = 동봉 메시 40만 점을 z-buffer 로 투영 · 대조군에는 정답에 맞춘 최적 정렬을 적용해 유리한 조건을 부여 · 스테레오가 값을 낸 60% 화소에서 둘 다 채점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03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10872216" cy="2331720"/>
          </a:xfrm>
          <a:prstGeom prst="roundRect">
            <a:avLst>
              <a:gd name="adj" fmla="val 4901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3_spe3r_ster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326" y="1764792"/>
            <a:ext cx="9258300" cy="2057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169663"/>
            <a:ext cx="6053328" cy="2093976"/>
          </a:xfrm>
          <a:prstGeom prst="roundRect">
            <a:avLst>
              <a:gd name="adj" fmla="val 545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343400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617720"/>
            <a:ext cx="141732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스테레오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과제 예시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3432" y="4617720"/>
            <a:ext cx="128016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RMSE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0.0675 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0.0918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4617720"/>
            <a:ext cx="128016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오차 중앙값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0.9 cm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5.5 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4617720"/>
            <a:ext cx="105156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5cm 이내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90.4%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46.4%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5349240"/>
            <a:ext cx="557784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포인트 클라우드 5,048점 · 메시 대비 Chamfer 0.0120  →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세로 쌍 unrotate 누락 버그를 찾아 고쳐 쓸 만한 쌍이 3 → 4개 (후보 20쌍 중 10쌍이 세로였습니다)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한계 — 유효화소 60%, 단일 시점이라 뒷면은 복원 불가(Chamfer GT→pred 0.044),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정답 자세를 그대로 사용, 깊이 분해능 하한 6.8 cm/px (dZ = Z²/fB)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31152" y="4169663"/>
            <a:ext cx="4599432" cy="2093976"/>
          </a:xfrm>
          <a:prstGeom prst="roundRect">
            <a:avLst>
              <a:gd name="adj" fmla="val 545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04_pointclou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4647558"/>
            <a:ext cx="4325112" cy="11381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
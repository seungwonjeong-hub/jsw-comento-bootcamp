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01 / STEREO TRIANGULATION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두 장의 영상에서 깊이 맵과 3D 포인트 클라우드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SPE3R aqua · 256×256 · f = 1277.4 px · Stanford SLAB · CC BY-NC-SA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01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0872216" cy="27432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spe3r_ste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78300"/>
            <a:ext cx="10597896" cy="2241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434840"/>
            <a:ext cx="108722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RECTIFIED PAIR · DISPARITY · REFERENCE DEPTH · STEREO DEPTH · EXAMPLE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81728"/>
            <a:ext cx="5358384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85546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두 번째 시점을 어떻게 얻는가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102352"/>
            <a:ext cx="4882896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포즈 라벨 1,000개를 재보면 병진이 항상 (0, 0, Z)입니다.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카메라 좌표계만 보면 베이스라인이 없습니다.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삼각측량에 필요한 것은 카메라와 타겟 사이의 상대 운동입니다.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타겟이 회전하므로 타겟 기준으로는 카메라가 궤도를 돈 것과 같습니다.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R_ij = R_j · R_iᵀ        t_ij = t_j − R_ij · t_i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회전 4.50° 쌍에서 유효 베이스라인 0.366 m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4681728"/>
            <a:ext cx="5166360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85546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파이프라인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102352"/>
            <a:ext cx="46908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① 쌍 선별 — 회전 8° 이내 + 베이스라인의 횡방향 성분이 지배적일 것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② cv2.stereoRectify — 에피폴라선을 가로 행으로 정렬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③ cv2.StereoSGBM — 화소마다 가로 이동량 d 탐색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④ Z = f · B / d          ← 깊이 맵 (미터 단위)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⑤ X = (u−cx)·Z/f,  Y = (v−cy)·Z/f     ← 포인트 클라우드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02 / VALIDATION ON EXACT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정답이 있는 조건에서 먼저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구·직육면체의 광선 교차를 해석적으로 풀어 정답 깊이에 렌더링 오차가 없다 · 남는 오차는 전부 정합 알고리즘에서 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02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0872216" cy="27432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ynthetic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78300"/>
            <a:ext cx="10597896" cy="2241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434840"/>
            <a:ext cx="108722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STEREO PAIR · DISPARITY · GROUND TRUTH / STEREO / EXAMPLE CODE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81728"/>
            <a:ext cx="5358384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85546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정량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102352"/>
            <a:ext cx="4882896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베이스라인 0.40 m · 기대 시차 102 px · 분해능 4.9 cm/px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                RMSE     중앙값    5cm이내   깊이폭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스테레오        0.0404   0.0104    96.1%   0.915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과제 예시       0.1287   0.0717    33.5%   0.017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정답 깊이폭 0.898 m — 스테레오는 0.915 m 로 되살리고, 예시 코드는 0.017 m 로 평면이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4681728"/>
            <a:ext cx="5166360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85546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Unit Test 65개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102352"/>
            <a:ext cx="46908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해석해 — Z = f·B/d 를 1e-12 까지, 구의 중심 깊이 = 거리−반지름 을 1e-9 까지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불변식 — p_j = R_ij·p_i + t_ij 성립, B와 d를 함께 2배 하면 Z 불변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실패 특성화 — 같은 거리·다른 반사율이 4배 다른 깊이로 읽히는 것,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               앞면이 그늘이면 깊이 구조가 뭉개지는 것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경계 조건 — 시차 0(무한원점), None 입력, 크기 불일치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03 / RESULTS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SPE3R 실측 결과와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72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기준 깊이 = 동봉 메시 40만 점을 z-buffer 로 투영 · 대조군에는 정답에 대한 최적 아핀정렬을 적용해 유리한 조건을 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276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A1A1A1"/>
                </a:solidFill>
                <a:latin typeface="Cascadia Mono"/>
                <a:ea typeface="Cascadia Mono"/>
                <a:cs typeface="Cascadia Mono"/>
              </a:rPr>
              <a:t>03 /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0872216" cy="27432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oint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55" y="1764792"/>
            <a:ext cx="740664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434840"/>
            <a:ext cx="108722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8F8F8F"/>
                </a:solidFill>
                <a:latin typeface="Cascadia Mono"/>
                <a:ea typeface="Cascadia Mono"/>
                <a:cs typeface="Cascadia Mono"/>
              </a:rPr>
              <a:t>GROUND TRUTH MESH · STEREO DEPTH → 3D (SINGLE VIEW) · EXAMPLE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81728"/>
            <a:ext cx="5358384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855464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102352"/>
            <a:ext cx="4882896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후보 20쌍 → 복원 성공 5쌍 → 오차 10cm 이내 3쌍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                RMSE     중앙값    5cm이내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스테레오        0.0677   0.0093    90.3%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4D4D4D"/>
                </a:solidFill>
                <a:latin typeface="Cascadia Mono"/>
                <a:ea typeface="Cascadia Mono"/>
                <a:cs typeface="Cascadia Mono"/>
              </a:rPr>
              <a:t>과제 예시       0.0893   0.0485    50.8%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포인트 클라우드 4,998점 · 메시 대비 Chamfer 0.0120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예시 코드는 최적 정렬 스케일 -0.153 — 관계가 뒤집힙니다.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4681728"/>
            <a:ext cx="5166360" cy="158191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85546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71717"/>
                </a:solidFill>
                <a:latin typeface="Pretendard SemiBold"/>
                <a:ea typeface="Pretendard SemiBold"/>
                <a:cs typeface="Pretendard SemiBold"/>
              </a:rPr>
              <a:t>정합을 좌우하는 요인 ·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102352"/>
            <a:ext cx="4690872" cy="978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① 표면 무늬 — 조명만 뒤집어 앞면을 그늘에 넣는 통제 실험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   깊이폭 0.915 → 0.572 m. 블록 크기를 바꿔도 회복되지 않습니다.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171717"/>
                </a:solidFill>
                <a:latin typeface="Pretendard Medium"/>
                <a:ea typeface="Pretendard Medium"/>
                <a:cs typeface="Pretendard Medium"/>
              </a:rPr>
              <a:t>② 이상치 필터 — filterSpeckles + 중앙값 3×3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   RMSE 0.347 → 0.068 (중앙값은 0.0111 → 0.0093 로 거의 불변)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한계 — 1,000장 중 쓸 만한 쌍이 3개, 유효화소 59%, 단일 뷰라 뒷면은 복원 불가,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          정답 자세를 그대로 사용, 분해능 하한 6.8 cm/px (dZ = Z²/fB)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